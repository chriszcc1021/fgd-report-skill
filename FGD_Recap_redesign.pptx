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5AB0EF-043A-F2CA-CB06-F583752F80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0085636-8151-5EC1-9C89-2139FF8483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84B673-B58F-A109-ADBC-C0D9B709C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40126-02CE-4E3B-BB1C-18A21B71E112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52487A-74E3-4AEF-E6BA-2266F669A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201B77-13DB-5F71-6C62-5D79C9686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CB9B9-0FED-4863-A837-BECD395F65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8807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373DE2-D5EA-B788-8F10-EFD652006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2AD289-4465-9C66-CEE9-BDD7915DEC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292BC9F-8C71-02EF-53AE-DC97E41F9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40126-02CE-4E3B-BB1C-18A21B71E112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2A798C4-854B-0342-A49E-84D1762EF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29EC0B-B017-C9F4-5D76-9DEC90F9D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CB9B9-0FED-4863-A837-BECD395F65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54335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4D2C0D-58A6-8A66-361B-D7605723F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9BE9D43-050A-8E4A-0524-B1A747F354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38A4007-BE3D-41A9-7630-4C2A96740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40126-02CE-4E3B-BB1C-18A21B71E112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2AB2EE-FB43-194D-9806-6D0F26F19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1897C1-8BD9-BE17-CBDF-9080B5BB4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CB9B9-0FED-4863-A837-BECD395F65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902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3E102B-1BF4-D2EF-E8D7-F6C9FE657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726793-04EB-DA5E-B7B0-F059BAD9D2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1A0AA9E-63AF-014E-1AF4-71ED37327B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FBFD16F-AF8A-F7CF-D3D6-0F06A8EE2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40126-02CE-4E3B-BB1C-18A21B71E112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0C49D33-BD3C-2BA2-D1B0-D1C220BB3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E41B5ED-7A24-148B-760C-E7920222B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CB9B9-0FED-4863-A837-BECD395F65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8573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363360-59B2-CDFB-6B29-1002B6449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AB476D9-E179-F2B5-FA29-9256114CB5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F0C32F1-EBDD-1025-B8EE-21195D7BA6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22C1764-9E99-AF7A-3F55-5A7CF52569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4F271E4-4CD5-C580-B9E2-B0CCA43852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36683C7-D55C-500E-0EB3-2D4CF26C4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40126-02CE-4E3B-BB1C-18A21B71E112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8AAC00D-AA00-9FE4-1A40-A74982F58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6B89D2B-6808-4FB7-ECA9-F182C0560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CB9B9-0FED-4863-A837-BECD395F65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43581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E4EDD5-C977-682A-C211-770C5D645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E5D761A-F73A-69B4-1DAD-3D422A4EA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40126-02CE-4E3B-BB1C-18A21B71E112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7F08928-ECFE-7097-CC03-82911101A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F538617-0CE2-F8A7-F423-D874082E2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CB9B9-0FED-4863-A837-BECD395F65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1503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9DF3DB6-9E75-F0E2-F063-1889195EF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40126-02CE-4E3B-BB1C-18A21B71E112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1862AF8-5873-B5AD-F9D9-31A94EDE3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5A1FBD6-6013-F888-0E3C-81DA9F0BF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CB9B9-0FED-4863-A837-BECD395F65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56670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4B1FF0-DD71-21E2-013D-D04070836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2DA69D5-77FE-859D-247D-E481148D6A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5B7994B-1FBD-C9AD-B8C6-075D868942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F69393D-E890-EF40-B901-109CC55AE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40126-02CE-4E3B-BB1C-18A21B71E112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876E896-976B-4573-0304-D958C8AA8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FAB64BF-AFF2-676E-18B1-59D0DA14D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CB9B9-0FED-4863-A837-BECD395F65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15540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4AB67D-3CD7-1329-FE2F-3CDAFB4A7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9D09A60-6D60-83A3-7EE7-2294DAA888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BDF1D27-B415-9C06-87E2-38F9DA89CF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910191C-21D4-F1F6-84B8-D67F115CA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40126-02CE-4E3B-BB1C-18A21B71E112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0786F63-F0D7-C5D0-F017-E21563D49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1AF82E9-F1E7-C1B9-36CE-393EDE5FD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CB9B9-0FED-4863-A837-BECD395F65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21267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52CEC3-B8C6-79C3-09D4-2E8ECCFA5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BDF907E-1461-76F5-D15B-AC2D835F6B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CDDEE6F-0BC1-C88B-8E60-B43A755D7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40126-02CE-4E3B-BB1C-18A21B71E112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98C939-C6F2-715E-B049-69D9F84BD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62B2835-95C5-A916-22E3-E2A2AE510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CB9B9-0FED-4863-A837-BECD395F65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7537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B262BA9-4ACC-3813-9027-C2E23F14A2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093CD1A-9EE2-6F2A-D5A0-5952D734BB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A53B0B5-0374-2427-CBFA-CE68F69E9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40126-02CE-4E3B-BB1C-18A21B71E112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838624-89D5-17A6-443C-835F1CEF9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2F235DB-FA20-4E3C-B667-89F05D9E5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CB9B9-0FED-4863-A837-BECD395F65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69057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C54E508-3A7D-C925-F493-CEE04AAD6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42A9374-03CE-88D8-3F82-65E2EB3ED1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F9D0EAF-FF7B-5B2F-D61F-9A0ADE9972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140126-02CE-4E3B-BB1C-18A21B71E112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1C89F58-5E41-3325-5996-86E87A06BA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4A6F16-0F57-FC49-3512-E3A6EE8CE5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4CB9B9-0FED-4863-A837-BECD395F65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3692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DB8C348-D626-1B6F-3D69-D1DE0F6918A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1984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62AD712-1663-3BA4-A91A-CBA38F591F1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7919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Zhang chenchen</dc:creator>
  <cp:lastModifiedBy>Zhang chenchen</cp:lastModifiedBy>
  <cp:revision>1</cp:revision>
  <dcterms:created xsi:type="dcterms:W3CDTF">2026-05-12T12:22:54Z</dcterms:created>
  <dcterms:modified xsi:type="dcterms:W3CDTF">2026-05-12T12:22:54Z</dcterms:modified>
</cp:coreProperties>
</file>