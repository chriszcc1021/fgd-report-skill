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B0A21-84ED-E80A-1969-E6CE6A23D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767152-A7D8-3161-B0F6-E9A841EA5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6E5F1-A179-1D74-BA4A-F2D2C05E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9E4FC-5F6B-0E7A-315C-32B072AF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1552F5-3BB6-F41B-3882-84A061E0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11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B8625-0252-2C24-9DD0-B93EF8C4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047D18-10D7-A12C-3020-66162E3E2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9659C-6680-B87F-D49E-049C1EA6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7D625-5A76-3266-0512-8961B449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4454B-2F06-4266-F147-961D00B5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2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F5C1-FC9D-78EB-3B38-B3AD88B0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0BDCFF-BABF-77CA-B1DE-3D6A1002E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92CAC-FB83-A8D5-3A00-9C055DF1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FB9A0D-6A9C-82BE-DBCC-52418BAD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6F78EF-5391-4C81-80E4-D2B3EBC7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89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7AEEA-1E1B-6287-E4B3-91138565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3EAF68-CBC4-F088-E1E8-0A9591E7E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78AE6-9AB0-D6EF-86AE-E0AD1618B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A6D96C-96BE-3CD7-33BF-9E4CC7B1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D391E0-DCA0-3B32-87F0-E150B478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E68A3E-5D34-C85D-98B7-B41F3953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72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40256-558D-9EBF-8E24-C0D1EA90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1CDC0-9C28-F01E-DE55-628659BBB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0E7EC7-DA4E-4320-5D4A-4C9F3EA59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A77592-3B93-370B-19E5-FF66D3E76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F53650-CA33-8E63-3864-A2A15B614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77214-2606-4A32-7CEB-0C056570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E53275-7700-C0EC-3813-D75DCBFA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AA42AB-0D31-49F5-5704-C8AE3283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4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5FD0A-D86B-A78E-0B8D-AE013CEF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F6B6A0-7603-0D79-511A-FC44FFC1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D3F0D4-5EDD-D53E-7436-E27174F3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B2E756-9009-7705-3350-71E112D5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8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361F48-3209-C681-5C57-767CDA0D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786EDF-1AF3-5097-D3B2-28FC0E97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2D08D-7B34-A4E6-C620-FEE63C8B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3C6E0-A337-7285-4167-D851B2CD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34810-827A-F3FF-61DA-238B9B0C4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D132C3-CCAF-DDD4-941E-0C94F66F2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FE720E-3E26-B888-95EE-7E773551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DC4EB4-AFE4-4B3E-967C-C501C623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78BF52-BCD4-D56D-638D-826C6B10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0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63BD5-0FBF-67FE-3928-D1F1495F5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C3123-B13C-03BE-4703-9EA3CFDE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9DAC28-62D5-E0E1-302B-3B8509F68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05E78D-D721-1708-914B-6057392C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07F9B6-87AB-BD5F-7549-847F9EA6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1DD7B0-A539-CCEF-2D8C-F0F82D8C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07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D1172-ACA1-1134-9C41-87D3C09F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22706-354F-2854-9E12-C20338338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A367EE-ED1C-88B0-5E0F-EBF628CE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56075-7250-7280-E2FE-2E14AF27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9C8866-EAA7-361E-0986-40C846C3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2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94F697-B78E-FEA7-236F-4B3ED1FB6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A9F515-28D7-1CC6-FEC6-934542D5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C81F4-E867-A89E-EA78-3B294DDD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6E56D-0806-9E4B-6BFE-8450738C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6068D-04CD-5A6A-A3C0-02E30C2A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3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88A7BA-F6BD-3D69-A417-6C1AFABA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A6D6A-8499-CF60-DD1C-C1FAB463A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39F49-8049-2FD1-5B2D-D8C723C98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A3AEA-9560-4B60-818B-D187CFB8C3E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05784-1FFE-39CE-A967-43AF84D98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0F209-1021-09CA-F49F-C7DECEEA9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7536F-A284-4D54-BC1F-AEBBF742F3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1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C6AA10-E041-20A8-2785-4415A8EB0A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1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B71D46-E115-1B24-E975-4D8BA2246E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0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2026-05-12T12:13:18Z</dcterms:created>
  <dcterms:modified xsi:type="dcterms:W3CDTF">2026-05-12T12:13:18Z</dcterms:modified>
</cp:coreProperties>
</file>