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02D52-8FD7-E32F-6660-2A01E8F86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6AFA15-F9A1-B176-7F57-13579F6BD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8A9CD4-B6AC-2814-FB32-B0CFC5D3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04F3E8-53FB-762D-A037-85A02E8A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2230F-7105-AE62-7153-CC160DFA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28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89AA2-38DB-DD26-1D24-48AA67885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6ADC5-9B89-9786-DD7C-74721ADA5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1B857F-7AD8-B4B2-5C88-104B138E2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BA612F-A7EA-2BBD-4BD8-0AC39688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FDD81-9B40-19F1-1CBC-4655CF68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98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E5F81-8A3F-74D2-0C82-1ED5C0296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792F24-641E-5E28-310F-AA5064C55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F3D5C-894E-5A2B-8626-D1E9409C9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47E18-7880-5980-8946-A9313DF0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B26140-FD71-C919-2BDF-A812E542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055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A9063-77BB-7831-C95B-B7A0B5FB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658D3-6818-5FD3-645B-11B476520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A88477-A155-FFFF-79ED-67104B048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402971-650C-FA48-38EF-81E6BBD9F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8236E1-0644-AB53-0C7D-E3B7BFF5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67D1AA-6247-7FFE-B896-213A78DB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96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EC70E-87CD-C4CC-E47F-A85C7FCD8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E81122-80F7-C80C-42BE-FD5DA5838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FF3756-8BC5-E011-3E1D-06541581A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77A06A-7957-AEC5-407D-9080D7A64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037B54-3AFC-3B77-0A34-CE21C15D6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ED2206-E813-F615-8152-A499B855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21EB2D-D54C-F927-D886-8E33FF4C1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ECE9537-10F9-BD99-2771-AC4EF1BD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646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951FB-5F08-7E61-8700-FD86C9C3B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3BCF5A-4404-3E7D-ADF1-1778E4B09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BE2B01-5E4A-BC1A-772B-CA7E9ED73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6A39AE-D81C-ADD2-3932-EC86FD72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16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E89CA5-F251-1211-E775-9809B99F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6F091F-14A3-CA05-CE82-40080444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2088AE-C35D-6967-AF25-28D2AF17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418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DC1E2-54D1-E4C4-1BF2-7DEAC197B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EB0FE-3BFC-3F6B-F437-E1D56199B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B184B5-9BC6-D1B7-3DEE-36504D497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51A3A1-AE97-8BDC-C4B1-E76DC583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A160AD-3B76-8600-230E-8682FB9E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32F799-1C96-E862-A594-06C156DA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39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C1625-E580-725F-5980-44CE7FF8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BF3CAA-E059-278A-07CA-011B25FDC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325090-46C2-F9CB-45DB-FDB16755F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0D62BC-207B-B347-1E38-DB187599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DB67F8-B0DA-8834-6A78-A7C4ABEE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239CE3-FD57-EA1C-FFD8-BC71F00B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62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91D00-5707-045D-A90A-6DC063C23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9ACAC9-8CD1-DA84-ED41-063A6FED2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CB2615-D037-AD16-6AE3-58943941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F1BCBB-C292-D2B7-5DEC-1DA585EB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A1F9CC-5B8D-A5B7-0595-38154F36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8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028863-37E4-E2C1-0BCA-C0A58D0A6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CEA3DF-B1BB-44C9-561C-06E266953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B2B6AE-35A3-40B0-9FF5-5AB284F8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50453-8F64-D98A-E20D-BE1B4D644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1D82F-90A0-70B7-775F-2C5204A3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11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BF9819-27D6-6E0D-5289-132C1BE0E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99CFCD-5D3B-5AA4-2FA1-2EEE4765A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67BB03-A088-4C96-5DFE-E5DE1C6FF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D0399-BEA0-4ECB-87C0-9FB93593473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A3A45-8DD3-25FE-00BA-8006A277D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C44492-9D67-8A92-3EEE-FCC78C911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85FDA-978F-473E-8E73-19B300A93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02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FA4298-6250-86EA-0E1F-C3E7FBB823F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3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D28BF4C-B246-7F72-986E-F8E7AF48A7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0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chenchen</dc:creator>
  <cp:lastModifiedBy>Zhang chenchen</cp:lastModifiedBy>
  <cp:revision>1</cp:revision>
  <dcterms:created xsi:type="dcterms:W3CDTF">2026-05-12T13:16:14Z</dcterms:created>
  <dcterms:modified xsi:type="dcterms:W3CDTF">2026-05-12T13:16:14Z</dcterms:modified>
</cp:coreProperties>
</file>