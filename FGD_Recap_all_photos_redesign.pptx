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3930AA-E9EE-990C-D6CE-2C71A26D7E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2E021DB-A3E0-180D-E09F-9ED27ECF25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6F5886-5B3A-BA35-A2DC-663E5772F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227AA-596C-4D95-996F-05DE6324D57E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294543-B1CF-BA02-0018-F3BA128D3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8EF4F3-5D23-6D60-4644-95C6F94AE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2A69B-C1EB-496E-AB96-B081EB9A3F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9830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F770BB-6AC8-764C-A953-6D0D476CE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9A55DC-9EB3-78BA-DA51-7F9E8B7838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2728D-6D2E-8EBD-A355-B282C6BE7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227AA-596C-4D95-996F-05DE6324D57E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9BC580-604D-9E90-8E10-F690BFAA0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1B853C-03E2-277E-0BC1-9F0BB4E4F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2A69B-C1EB-496E-AB96-B081EB9A3F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3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6AA52F-F150-22EF-7F7B-F016FB703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05BAF8F-6D2A-3054-5FCB-EAD34FEEB4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8AF4BF-23C0-BAC3-F7FE-D226FED22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227AA-596C-4D95-996F-05DE6324D57E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B6888AA-ED2B-4489-3085-A194866EC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509613-1697-A707-788F-CBBB27CB6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2A69B-C1EB-496E-AB96-B081EB9A3F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3670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906DF8-BC3E-7A4B-CEC2-FD984E6A4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27E044-3406-C1D0-335B-56906878E4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59F4DE0-FCCB-560C-CB0E-3CC023CEE3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E339672-EAED-49E0-193C-05CABA5C9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227AA-596C-4D95-996F-05DE6324D57E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7D9652C-9C4D-85AA-AB75-90869282C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F4B86A0-FF42-B600-745B-E98DB1F03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2A69B-C1EB-496E-AB96-B081EB9A3F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7493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D66467-B146-2E63-7637-B809D6BA5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ABA62B9-0BE7-0D76-F92C-173FBE8263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21783D2-E075-7802-F3BC-99D00EDE6E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10C789A-7D2C-2D73-FE8B-F0B83A3EC9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0B5F186-BEAF-F409-DCBA-DB3DF76C42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8BADD76-FA10-6A06-A82E-2268D2092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227AA-596C-4D95-996F-05DE6324D57E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9B352E7-4558-DAB7-9F22-8D86B03BB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B2793B6-FAB1-2831-92BA-49019A86C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2A69B-C1EB-496E-AB96-B081EB9A3F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8113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29BC88-1C60-961A-112A-37062A158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70ED4B5-F6FB-D9A7-473E-91BB323BA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227AA-596C-4D95-996F-05DE6324D57E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2046318-5226-B9D6-1A9D-A0855EF23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059AC57-D348-8CDF-57B8-FA10FE224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2A69B-C1EB-496E-AB96-B081EB9A3F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2732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3C7351F-0617-695C-6E36-F50F3E2AA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227AA-596C-4D95-996F-05DE6324D57E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C36CBC6-60DF-F449-2B94-C88103CD3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88B04A1-8282-2803-A644-66A2E8543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2A69B-C1EB-496E-AB96-B081EB9A3F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4417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DBF3D3-D467-2A9D-6B86-A94C27361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48947E-C88C-419E-73F2-E5D6D7573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161B3EE-F451-1E80-FF51-E74F3EAC46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7D4D8AB-580F-D994-709B-C3FBF439A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227AA-596C-4D95-996F-05DE6324D57E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C715F2B-DD67-EEC6-CB20-183BCF4F5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71F2813-FBE9-4BEF-A79D-63E543ACA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2A69B-C1EB-496E-AB96-B081EB9A3F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4888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E1DA11-B711-BC0B-6C28-611994B6F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3607B6A-5948-C33C-0191-3B223CCF28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0C5AA0D-AA64-474C-B8F3-7F85191431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3DE50F1-9DF5-8A4A-744B-CE8F8EDC7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227AA-596C-4D95-996F-05DE6324D57E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64E5E8C-A125-95AF-7D8C-0103557F1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6A51656-1A0E-D93A-A3F3-9C4C7089E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2A69B-C1EB-496E-AB96-B081EB9A3F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3814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3EC406-F401-58EB-43C3-70B061029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843BA4A-6BC2-498D-36F4-903EA7CAA5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415D56-AA26-4034-770F-E4B498334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227AA-596C-4D95-996F-05DE6324D57E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93D625-62B1-36B4-E797-61444541E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407595-FD66-6DB9-F1FB-E29340EEF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2A69B-C1EB-496E-AB96-B081EB9A3F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3881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F7C983D-F21E-BBC9-44ED-9C50E8E8FB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27BDECA-466A-70B3-DDFF-778E0C2D45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9C9A65-9796-4F2D-12B8-B9A0E2898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227AA-596C-4D95-996F-05DE6324D57E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8ED26FF-99A7-40D7-AD65-839F361AF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6241FC-EBC9-C9EC-87B2-5C2494EA3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2A69B-C1EB-496E-AB96-B081EB9A3F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0169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BEA64EC-37BF-009B-058A-A92AE47E4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F3B7FC2-B8F5-3745-D274-2A10507E3C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91ED01-B6E4-5903-A9A1-75796FF7C0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0227AA-596C-4D95-996F-05DE6324D57E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592611-3404-17D6-1112-B383500137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76C489-FAEA-55D2-5F6A-F9AE995AF7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A2A69B-C1EB-496E-AB96-B081EB9A3F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021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7313976-C70E-1F2F-CACF-7CFA9691020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1447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58B3326-E801-2180-2DDB-5866D1E8405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8260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Zhang chenchen</dc:creator>
  <cp:lastModifiedBy>Zhang chenchen</cp:lastModifiedBy>
  <cp:revision>1</cp:revision>
  <dcterms:created xsi:type="dcterms:W3CDTF">2026-05-12T12:46:40Z</dcterms:created>
  <dcterms:modified xsi:type="dcterms:W3CDTF">2026-05-12T12:46:40Z</dcterms:modified>
</cp:coreProperties>
</file>