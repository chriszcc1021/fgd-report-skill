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5CEF5-1444-6E18-9551-95ACD2D18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818C9E-BB71-C468-E36D-92A0153D3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EB144F-2797-D6D3-A5A4-7B3F1170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33ACC-FB1C-53B4-BC00-15B81D31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515C7-0267-BBF8-40D1-E15156B3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20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E058C-5169-EB2A-0822-2A189C8D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CE754F-2CD2-C934-024B-436A25FD7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B96B3A-06BB-2EDD-ABF2-1552BE804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D9CA4F-CEBE-9CD8-28D8-B45B9A60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9C5B91-98FF-8E4F-EC70-B0CA094C5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6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BDF65-1E8F-CDF2-29A3-9B38FC34D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31F8FF-B540-0C95-F40F-1C7C88F32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DDAED8-49BE-41E4-5D86-CD9BE99BE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F3E917-B377-F235-2F5C-59B5F209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D0CF4C-67AE-340E-B996-E71468C8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35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C6688-BF2C-FBA4-1457-17C4E152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D240C1-A03E-5DBA-6584-365CACF958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C92185-80C2-3698-AF78-464047839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D3A350-DF61-6C96-7278-D596EBD05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44B16F-9841-1EAE-9E3B-8F697614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C7D42C-29E6-EC4F-3B31-2B16E61E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020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D0160E-D8F9-A2BC-9F79-A9F89FEA8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F49DB0-037E-9A78-84A0-7742886F0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07F434-E939-1F02-4132-892237589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AF0255-028A-8334-DA60-C15D7ACC2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A13D14-4615-8E89-CDB9-DA9AC3D52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C587EB-A7E7-0011-DEE0-309E02E5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F34ACD-3E20-0F51-BB69-3D91AD8AF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C46FFF-5260-079F-76D0-F897DDD28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28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31B1B-452D-8B70-1F9D-A06AD8FA0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AC9D5D-ED74-F011-B024-D4FB10E6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81FCD8-D895-EFE3-9DF1-9F9E4A831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0D1D8A-1DBE-714F-0D3F-B836C08B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36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9C91F3-ECC3-6188-54F7-C5CE8EED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D84E48-F989-75F2-FC36-F215C9F1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C70CB4-F0A2-474C-4265-1C2D0AC5F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03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CEDB6-6BA3-4326-A64D-6386CE64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0E6797-A018-AF15-91F2-3C35C0994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C6B003-382C-652A-A180-804DB9467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A6776-FAC3-DC93-B60A-6E34C08E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63288E-0D88-E2F9-1AF9-E9CC7F05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F1BB25-9F14-075D-3A88-A91A2704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52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BD9AD-61D9-25D8-4BD4-15FB4D07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7C285C-23A4-BE4B-6150-AC6FEAB22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AE50BB-239C-75BF-ED5E-1F2B100AE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21108C-6AB1-C0EF-35F2-9038AB7DF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7A2B17-08E7-5E37-2C2B-0C2F1851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C652BA-CE73-34A7-3D9B-0D4EF595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91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F12B5-2D1A-8CB5-38D2-97EEFCD07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11C410-FDD5-4C4E-6688-18A5A4430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6B611C-C4D1-DAC0-D42E-BE4309942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72EB54-D813-3C6B-E3A8-ADD90E41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3C01CE-1F90-DC19-1B4A-8DBD506A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32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488091-E748-EFC8-EB0A-A79F55DA5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489D94-4EB7-80AC-CEBB-653DA532B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2CD583-6217-623A-3E7C-ED61EE70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D25EF9-1257-F704-DC7C-392A1C422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9CE6AB-3D0E-A3FE-80A3-5266E18F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89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42A3A-DFF7-D0AC-F60B-EB4A2FEE9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3F7D0-0A3C-E410-F901-815D0EA8D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8FFD68-5688-D398-AA25-B2DE7BEBC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1538A-5C31-468D-9EE9-DC992AB2E9EA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9F54B-44C1-4D8A-0528-F4516866F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452CD0-8FB7-6B29-442D-4E4B7B3C2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91BE5-9651-4F43-BAF1-D76FB9BE8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87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2E6D93-E6CB-B62E-C1A0-8F79BC87A5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18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54E010-62CD-4959-1A0D-052FBFF0C6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28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chenchen</dc:creator>
  <cp:lastModifiedBy>Zhang chenchen</cp:lastModifiedBy>
  <cp:revision>1</cp:revision>
  <dcterms:created xsi:type="dcterms:W3CDTF">2026-05-12T12:55:17Z</dcterms:created>
  <dcterms:modified xsi:type="dcterms:W3CDTF">2026-05-12T12:55:17Z</dcterms:modified>
</cp:coreProperties>
</file>