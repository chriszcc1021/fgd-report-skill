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56A51-0C44-3154-68F5-18AB1AB5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993BBB-B1AA-4983-9189-1A2D123B2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368FA2-7E48-A56E-DA45-B5F55F9C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FE938-59E1-5B4E-9EDB-E4EC0D4C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08FC07-0DB8-EF34-8D2D-DEC2A7C7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9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30506-0932-64A7-BB88-53067412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258691-1AD9-6CD6-6E92-5FF8ED12F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8BCF4F-3422-FCD9-D7A0-DB5E85AD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05BB4-86C9-ACAF-CBC0-50E24BD55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33765-9087-0073-9116-7C5E2263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56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A2F86-DF17-6A91-3C8D-5A38A252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133383-8A6C-057A-67D2-F4C611F6C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7D004-FB36-616A-E2D9-E2A1BFB19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05C3E-8C2B-064B-B997-56815861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83DC2A-4B7F-A133-0DF0-138297B8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03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86477-AE08-103C-3DF1-59C1DED2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9D84C-6846-6550-C2ED-4F22C65BB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44C022-FD96-5CD2-8B5C-340B9CC11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FD1FA-43C3-57A0-D241-86B0BE981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35D2A8-2725-E54A-9E94-569ED8CA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19AA65-CEFE-968E-05D6-F96CB2B5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5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4C9E07-C40F-A4BE-0381-32CE2968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1A84A2-5910-BBE4-8E5C-25F607D5A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8C782-F87F-F61E-C186-3436155FE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9C6F92-44B0-686F-8E99-C23A30F47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53B073-BB79-C4D9-8C15-FA9065EE9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39615A-B844-6007-7371-530DF1B8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765280-6EE5-532A-55E6-5641DAEB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9F90D2-47E6-0210-9CED-0279396C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47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98010-57CC-F81C-6AB4-7208ECBD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F1BAAF-DF7F-9827-762B-9A7C961F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CC1A83-78E4-68DC-ECE7-FE63E61A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93F37E-C3D8-6795-6701-73FF8148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609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5CEBE7-0FAC-E806-B9A2-F535341C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BA86BA-0388-0FC0-9FB6-371122B4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0ADC69-5297-DE13-94A4-0AEC10C7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458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13664-8577-B00E-26A6-D5168B24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3D2B4-A217-1E65-0F98-EEF84C53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22F7B-47DD-A239-C5B8-ADB6B2FD7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C1F47-B8DE-7CF2-D61E-C9C8901C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EE9C6D-F522-4D6A-646E-91F5042E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719A37-07C1-EB0C-25A2-1DDC136A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81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4EBD9-EC08-F78F-1F7A-299D0925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F6E5B3-FEA6-20E7-7EC5-7FBDBC7E6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633CB3-B3FD-7E72-9DE2-34EC6DD14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1AD145-8605-EEBC-C014-A8540F6B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C4F72C-C14B-1D7E-95B4-A42DE2D8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61F5F8-249B-64CD-CF86-9DF4CA18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51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B5A6C-D3CE-AE24-EEA6-16933088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6089BD-CC8F-2201-B757-14FB4A8C2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23A56-141D-25AE-0CA3-EC2D282CF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542E89-1C7D-C1F6-B865-C056A47F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FE30B7-6E30-AA63-A84F-AB8AC13E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14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8E5000-98FC-8662-D30F-2258C0817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6CB1F5-2DF6-5470-9AFD-04A10C935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E37F7-80C8-4002-79F0-6DEF210B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C8DF79-267C-4D48-FBBB-C0D15637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1592F-13C9-71BC-1194-FF95CDAD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43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275A3C-A7E0-1673-CDF1-69EB0061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70F00E-2913-72C4-FE8D-1CF153D72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153E79-747C-8C4A-B4CE-FD15106B3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93867-2A4C-43F0-83EB-7EB59865A2E8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D1500E-E5DD-E327-4204-6AA6D5B6B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96C347-BD62-7D85-55BF-497EE688F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1B8B9-68A2-493B-A2A4-99773335D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26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1C8790-D32F-E0F2-28B8-B46B54F84E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0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E17740-E25C-0682-F9C7-21F7144985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2026-05-12T11:41:00Z</dcterms:created>
  <dcterms:modified xsi:type="dcterms:W3CDTF">2026-05-12T11:41:00Z</dcterms:modified>
</cp:coreProperties>
</file>